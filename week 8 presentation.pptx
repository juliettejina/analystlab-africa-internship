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FE29-EC6A-44C1-A890-3E1709E0D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AC6B0-2B5E-4923-BC60-C19A356B4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1F680-9D71-487A-BFD8-892FFC11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45475-DD6A-4835-877D-31901A41B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CF5DC-A0A5-41E0-AA13-3E3A47F9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2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EF16-71E6-44D3-9DA2-F767A4AA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7A6E7-5A6A-47A0-BB03-CEC2275AA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AAA2-06C5-4A31-909D-6780CC60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BA81-CEF3-4031-92CE-1850B93D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A9EA-799B-4309-9AAB-F7C9632C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4238-FFA8-48F7-90F7-7BFEAC54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88CC8-02BF-4D87-AE22-A5251501E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33AE-14CD-4A1E-8716-DF6E15ACC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3FE39-4F9D-49CF-ACBE-B0CDAB27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3D500-C0B6-487B-96C9-B6560E5D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5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BC27-54F0-46DE-839D-1240E610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A74B-CC5C-417C-9821-0AA7674DD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DAFE6-90F9-42CF-A3E9-469C2B03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EE579-C7F9-475D-B94B-11B8027F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5795D-CDE0-45F6-89BB-469CBB79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122F3-14BB-4620-A2B9-A93D5DFF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7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0DBC-5CCE-4731-9B25-C63E0FBE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0AB30-3EB7-46BA-B674-3457FE4C8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9E88F-B0F2-4803-AE32-55214603E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DCFAA-6008-4D54-AE3C-8064D9D69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BF90-2560-4F6A-BD29-84A10F160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0D41B-DF80-4C7C-B458-F45E1ED1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84760-9406-468E-A573-9F136141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9B03C-A856-4A1D-B55A-56434CE0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AF4C-D630-420A-A68C-9989A945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E8484-016B-4EC0-BCE9-822AC938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4071D-6E66-4C0F-80DC-C6FD0D85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AA059-607E-4CB7-BFF3-C39729B3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283BD-28DB-40E8-A098-8D30BC6A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56342-288D-405B-B9D9-D3EC9CD6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52A17-D033-49D1-B067-2D97FDCF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0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F188-62E2-45D6-BDBD-80BB26E1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0AC45-4735-45E4-817B-1D17E9D94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2C6F0-1B01-4954-AD63-5BA6D48C3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46812-1382-4899-B093-17DDF731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4FBB5-589D-4C1A-BF97-06E4560E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B834C-5B5B-4419-882D-4954A16A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FA8B9-9E8A-4BC4-A714-7FDC7A7F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8E15C9-BD08-4A25-9535-64248B135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21560-AFF8-4E11-8A52-B70612BFC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61198-1311-4AE7-87FA-AB90898F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59AA0-D3EA-4BE5-94CB-29725D39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87566-3E78-421B-AE92-6F034DFE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D083-38C2-405C-8F8E-CC7F8AFF1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2EC1B-F7AC-4766-B80B-621A45F4D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A18D4-8CCB-4413-B5E5-16D4B08C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B6C02-4616-43E0-A8D8-5352680A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81113-BE58-44D3-B25D-34CCFB29A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9E246-2873-45C7-8DE9-98C462E24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40B84-55B3-46AD-BBC6-5DA1CE041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0FD48-4828-46AA-BE1C-F2A083A9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71462-8D87-4E51-B1C4-7B4116CA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75AE6-CB21-48E4-9EE4-AE8C35B1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0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272EB-6966-4E0F-918E-46F0CE96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21815-778F-4EDC-BB86-164761751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D0BA4-0A67-4C02-B160-AF6EEBF15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B0956-CCC3-4D42-8119-7D559088425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CBEB3-DE99-439E-BB12-05B59607D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3AADA-0821-43B2-9E9F-57C5FA261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4686A-0D9D-4774-B9DE-BBB93BD03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5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E9E274-0B57-4F48-B0A9-CFA655F603C4}"/>
              </a:ext>
            </a:extLst>
          </p:cNvPr>
          <p:cNvSpPr/>
          <p:nvPr/>
        </p:nvSpPr>
        <p:spPr>
          <a:xfrm>
            <a:off x="2311400" y="682367"/>
            <a:ext cx="6588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Connect Clinic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B2A1A-CC21-43FC-B899-CBA0F783919E}"/>
              </a:ext>
            </a:extLst>
          </p:cNvPr>
          <p:cNvSpPr/>
          <p:nvPr/>
        </p:nvSpPr>
        <p:spPr>
          <a:xfrm>
            <a:off x="1991360" y="2143760"/>
            <a:ext cx="59537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Analytics Report – Week 8</a:t>
            </a:r>
          </a:p>
          <a:p>
            <a:b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Juliet Chiejina</a:t>
            </a:r>
          </a:p>
          <a:p>
            <a:b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Track</a:t>
            </a:r>
          </a:p>
          <a:p>
            <a:b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AnalystLab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Africa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65A7D3D5-F3B1-4129-9E89-E08530597D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0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59"/>
    </mc:Choice>
    <mc:Fallback>
      <p:transition spd="slow" advTm="179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7075-62C4-4E02-9764-83B9BC92C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52292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826BC4-D213-4BC3-A5F2-4A7A85310C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2160" y="2400212"/>
            <a:ext cx="1214166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wants to reduce missed appointments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attendance and clinic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role: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data, identify patterns, and give recommendations 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E826D1F-2EF3-445D-A192-5DEF9B86A3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47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676"/>
    </mc:Choice>
    <mc:Fallback>
      <p:transition spd="slow" advTm="38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D3F0-AD85-4D01-8186-155FF6F1C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700" y="490337"/>
            <a:ext cx="9144000" cy="138652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5400" dirty="0"/>
              <a:t>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A86E1-A818-4E96-88F5-02B134A47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960" y="2260283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No-Show Rate: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Rate: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46.3%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Appointment Slots: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53.7%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B9D88C3A-CAF9-436B-937C-8C3015AFD4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70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10"/>
    </mc:Choice>
    <mc:Fallback>
      <p:transition spd="slow" advTm="24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CDC9B4-01B0-45E4-8D77-5E49B14A9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86" y="3428999"/>
            <a:ext cx="8867553" cy="318243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B508948-9AFE-4FE6-89DA-A22E388F1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21465" y="625191"/>
            <a:ext cx="100335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more previous no-shows are more likely to miss again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No-Show rate increases as previous misses increase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 strong predictor of future no-shows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2508F8-7B87-44DF-B928-C102A8028B62}"/>
              </a:ext>
            </a:extLst>
          </p:cNvPr>
          <p:cNvSpPr/>
          <p:nvPr/>
        </p:nvSpPr>
        <p:spPr>
          <a:xfrm>
            <a:off x="2733015" y="0"/>
            <a:ext cx="57054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No-Shows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582D42B1-0FC0-463E-BA16-53F17832BA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9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534"/>
    </mc:Choice>
    <mc:Fallback>
      <p:transition spd="slow" advTm="29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31C7-7E54-49D1-AFD6-5A55EE4E4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-1341119"/>
            <a:ext cx="8341360" cy="2865119"/>
          </a:xfrm>
        </p:spPr>
        <p:txBody>
          <a:bodyPr>
            <a:norm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Reminder Channel</a:t>
            </a:r>
            <a:b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0F3A4A-F5D4-42BC-9BEB-FFAC2D8219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13841" y="725356"/>
            <a:ext cx="80162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 performs best among reminder channels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reminder has the highest no-show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current reminder system only helps slightly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E76FD-3DC3-4BD6-A554-E1A7B64F0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272732"/>
            <a:ext cx="7656231" cy="3422708"/>
          </a:xfrm>
          <a:prstGeom prst="rect">
            <a:avLst/>
          </a:prstGeom>
        </p:spPr>
      </p:pic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DA92CD0C-CE1C-4C2D-AA1C-7622BFB52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14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07"/>
    </mc:Choice>
    <mc:Fallback>
      <p:transition spd="slow" advTm="374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D5B3-D8E2-4CB5-B9ED-0A8A469C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Cross-Track Collaboration</a:t>
            </a:r>
            <a:b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DE896-94F2-4AD7-9185-4F1544D3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collaborated with the Generative AI track.</a:t>
            </a:r>
          </a:p>
          <a:p>
            <a:pPr marL="0" indent="0">
              <a:buNone/>
            </a:pP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shared the finding that SMS is the best-performing reminder channel. They used this information to improve the AI assistant so it now encourages patients to choose SMS reminders.</a:t>
            </a:r>
          </a:p>
          <a:p>
            <a:pPr marL="0" indent="0">
              <a:buNone/>
            </a:pP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return, they improved how the assistant handles incomplete information. This is important because unclear communication can also contribute to missed appointments.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91F4E798-9901-4E04-9C47-33D1F3ACF2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55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507"/>
    </mc:Choice>
    <mc:Fallback>
      <p:transition spd="slow" advTm="43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C091-4AD7-4728-8422-5489083BB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203"/>
            <a:ext cx="9144000" cy="103155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Causes No Show?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A2448-8173-4D8B-9BFC-09EF817AE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1435100"/>
            <a:ext cx="9144000" cy="51993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No-Shows (Strongest predictor)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who have missed appointments before are much more likely to miss again.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times they missed in the past, the higher their chance of missing the next one.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Reminder System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reminders are sent, the improvement is small.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is the best channel, but it still leaves a high no-show rate.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who received no reminder have the highest no-show rate.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Communication (from peer collaboration)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not getting clear information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Booking Lead Time (from peer collaboration)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 booked many days in advance have higher no-show rates.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tend to forget or their plans change.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Clinic (from peer collaboration)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who live farther away are more likely to miss appointments.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23A72B05-2DBC-441E-8932-9633130BE3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45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988"/>
    </mc:Choice>
    <mc:Fallback>
      <p:transition spd="slow" advTm="729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F601-236C-41AB-81D2-B4D878045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60" y="934721"/>
            <a:ext cx="9144000" cy="995680"/>
          </a:xfrm>
        </p:spPr>
        <p:txBody>
          <a:bodyPr>
            <a:no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US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4F97B9-7074-4ECA-8676-B3D7BB1F4D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96720" y="1228397"/>
            <a:ext cx="835998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SMS reminders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 high-risk patients (previous no-shows)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long booking lead times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 findings with Data Science for prediction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patient communication 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FE0E5842-4507-4FEE-A8BD-F9440204C3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08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702"/>
    </mc:Choice>
    <mc:Fallback>
      <p:transition spd="slow" advTm="1107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0487-77C2-4511-8529-E14490E20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782637"/>
            <a:ext cx="9144000" cy="1356043"/>
          </a:xfrm>
        </p:spPr>
        <p:txBody>
          <a:bodyPr>
            <a:noAutofit/>
          </a:bodyPr>
          <a:lstStyle/>
          <a:p>
            <a: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6C3A75-ADA7-4A19-AA7A-0768A84C31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6325" y="1644323"/>
            <a:ext cx="652614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No-shows are predictable and can be reduced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high-risk patients and better reminders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C8025-BA42-4C88-901D-90CB0033B555}"/>
              </a:ext>
            </a:extLst>
          </p:cNvPr>
          <p:cNvSpPr/>
          <p:nvPr/>
        </p:nvSpPr>
        <p:spPr>
          <a:xfrm>
            <a:off x="4132389" y="4351774"/>
            <a:ext cx="24032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65576B72-31D5-425C-9CCB-DA2038D9A8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34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02"/>
    </mc:Choice>
    <mc:Fallback>
      <p:transition spd="slow" advTm="19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385</Words>
  <Application>Microsoft Office PowerPoint</Application>
  <PresentationFormat>Widescreen</PresentationFormat>
  <Paragraphs>67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Project Overview </vt:lpstr>
      <vt:lpstr>Final KPIs</vt:lpstr>
      <vt:lpstr> Patients with more previous no-shows are more likely to miss again   No-Show rate increases as previous misses increase   This is a strong predictor of future no-shows </vt:lpstr>
      <vt:lpstr>Reminder Channel </vt:lpstr>
      <vt:lpstr>Cross-Track Collaboration </vt:lpstr>
      <vt:lpstr>What Causes No Show?</vt:lpstr>
      <vt:lpstr>Recommendations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18</cp:revision>
  <dcterms:created xsi:type="dcterms:W3CDTF">2026-09-27T22:35:08Z</dcterms:created>
  <dcterms:modified xsi:type="dcterms:W3CDTF">2026-09-28T02:26:32Z</dcterms:modified>
</cp:coreProperties>
</file>